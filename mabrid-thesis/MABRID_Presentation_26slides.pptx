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Accroche : MABRID n'est pas une simple app d'annonces — c'est une plateforme de confiance pour le commerce local marocain.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Parlez 2–3 minutes avec des exemples concrets : plombier à Rabat, artisan à Marrakech, recherche sur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Insistez : la confiance est le frein n°1 à l'adoption du commerce numérique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en langage simple : une vitrine de confiance pour le commerce de proximité.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Effets réseau inter-groupes : plus de vendeurs vérifiés → plus d'acheteurs, et inversement.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Différenciation vs petites annonces : vérification, modération, conformité publiée.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Montrez 2–3 captures d'écran si disponibles. Sinon décrivez le parcours acheteur → message vendeur.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Flux diversifiés = résilience. CAC &lt; CLV sur les canaux payants.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Référez le BMC du rapport si vous avez la figure ch01-bmc.pdf.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= investissement local fort avant dépenses médias nationales.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Tableau comparatif du chapitre marketing — parlez des 4 dimensions de différenciation.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Reliez KPI à la gouvernance : ce qui se mesure se gère.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 &lt; CLV. Croissance organique et parrainage améliorent les marges.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diagramme suffit. Ne lisez pas la stack — dites « conçu pour scale et sécurité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Mentionnez le serveur domicile comme preuve de concept, pas comme architecture finale.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Insistez : conformité de bonne foi + examen counsel avant lancement public à grande échelle.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GDPR renforce la posture même pour opérations centrées Maroc si utilisateurs EEE.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Hiérarchie des 8 documents de politique — montrer maturité vs concurrents.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Sécurité = impératif conseil d'administration, pas une réflexion après 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Traduction opérationnelle des principes théoriques — contrôles vérifiables.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MTTR incidents et formation annuelle sensibilisation pour tous les employés.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Expansion suit le conseil réglementaire, pas le seul opportunisme.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Montrez que vous avez identifié les risques — crédibilité investisseur/jury.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 inspirante mais ancrée dans exécution disciplinée.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Adaptez l'ask à l'audience : jury = méthodologie ; investisseur = montant + jalons.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Terminez par la promesse : « Trouvez des entreprises locales auxquelles vous pouvez faire confiance.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MABRID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6ECF5"/>
                </a:solidFill>
              </a:defRPr>
            </a:pPr>
            <a:r>
              <a:t>Place de marché numérique marocaine de confiance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D2E1"/>
                </a:solidFill>
              </a:defRPr>
            </a:pPr>
            <a:r>
              <a:t>Découvrir. Se connecter. Grandir localement.</a:t>
            </a:r>
          </a:p>
          <a:p>
            <a:pPr algn="ctr">
              <a:defRPr sz="1400">
                <a:solidFill>
                  <a:srgbClr val="C8D2E1"/>
                </a:solidFill>
              </a:defRPr>
            </a:pPr>
            <a:r>
              <a:t>Rapport de projet — août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Le problème — Découverte fragmentée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Les acheteurs peinent à trouver des entreprises locales fiables (WhatsApp, Facebook, annonces généralistes).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Canaux dispersés, peu de signaux de confiance, risque perçu élevé.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Les PME manquent de visibilité professionnelle au-delà des réseaux sociaux informels.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Coûts d'acquisition client élevés pour les petits commerçants.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Le problème — Écart de confiance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Croissance illimitée sans vérification érode la confiance sur les plateformes.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Littératie numérique inégale : micro-entreprises et artisans exclus.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Aucun intermédiaire ne combine découverte locale + gouvernance + conformité.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Opportunité : économie numérique marocaine en croissance, mobile-first.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Notre solution — MABRID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Place de marché multi-acteurs : acheteurs, vendeurs locaux, prestataires de services.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Découverte par catégories, carte, communautés par ville.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Messagerie directe, avis structurés, modération communautaire.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Application mobile MarGem + backend sécurisé (FastAPI, PostgreSQL, Azure).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Utilisateurs cibles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Acheteurs : ménages, professionnels urbains, expatriés, touristes nationaux.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Vendeurs : micro-entreprises, PME, artisans, professionnels indépendants.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Partenaires : chambres de commerce, associations, opérateurs télécoms.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Régulateurs : CNDP, protection des consommateurs, collectivités locales.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Proposition de valeur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Acheteurs : recherche consolidée, carte, avis authentiques, contact direct.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Vendeurs : vitrine pro, gestion des annonces, analyses, badge de vérification.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Plateforme : abonnements, services de confiance, partenariats entreprise.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Piliers : confiance par conception · pertinence locale · inclusion · excellence opérationnelle.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Démonstration — Aperçu produit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Accueil : découverte par ville et catégories (alimentation, services, santé…).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Vendeur : tableau de bord, annonces, messagerie, outils premium (ex. vidéo 59 s).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Carte : entreprises à proximité avec profils vérifiés.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Communautés : canaux par ville avec modération et signalement.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Modèle de revenus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Abonnements vendeurs : niveau gratuit + niveaux Pro / Premium.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Premium acheteur : découverte améliorée optionnelle (accès gratuit de base).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Services de vérification et de confiance (badges, contrôles documentaires).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Offres entreprise multi-sites · publicité future (politique transparente).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Phase initiale : pas d'intermédiation de paiement → complexité réglementaire réduite.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Business Model Canvas — 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Segments : acheteurs urbains connectés, PME locales, entreprises multi-sites.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Proposition : découverte locale de confiance avec gouvernance intégrée.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Canaux : app mobile, SEO local, réseaux sociaux, terrain (chambres de commerce).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Ressources clés : plateforme, modération, sécurité, marque MABRID.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Partenaires : Azure, associations pro, conseil juridique, CNDP.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Go-to-Market — 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Acheteurs : SEO local (« meilleurs plombiers à Rabat »), ASO, influenceurs, RP confiance.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Vendeurs : prospection terrain, ateliers numériques, parrainage via comptables/agences web.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Entonnoir : notoriété → inscription → activation → rétention (revue hebdomadaire).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Promesse de marque : « Trouvez des entreprises locales auxquelles vous pouvez faire confiance.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Positionnement concurrentiel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Petites annonces : signaux de confiance limités, conformité souvent minimale.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MABRID : vérification + avis + modération + communautés par ville.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Outils vendeurs : vitrine, analyses, premium — vs annonces basiques ailleurs.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Posture réglementaire : suite juridique publiée, alignement loi 09-08 / CNDP.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KPI commerciaux &amp;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Croissance : acheteurs et vendeurs actifs mensuels (MAU).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Confiance : part de vendeurs vérifiés, délai résolution litiges.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Revenus : ARPU, conversion abonnement, attrition vendeurs Pro.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Court terme (0–12 mois) : lancement villes d'ancrage, premiers revenus abonnements.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Structure de coûts &amp; rentabilité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Coûts cloud : calcul, stockage, sécurité (FinOps pour maîtriser la montée en charge).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Personnel : ingénierie, modération, support, direction.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Marketing variable par phase ; juridique et conformité semi-fixes.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Seuil de rentabilité : marge brute ≥ coûts fixes — scénarios conservateur / base / optimiste.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Architecture — Vue d'ensemble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Client mobile Flutter (iOS/Android) → API REST + WebSockets (chat).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Backend FastAPI asynchrone, PostgreSQL, authentification JWT + MFA.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Stockage médias : Azure Blob (prod) ou stockage local signé (dev / homelab).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Cloud principal : Microsoft Azure — Policy, RBAC, FinOps, reprise après sinistre.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Architecture — Flux &amp; déploiement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Modèle hub-and-spoke : entité marocaine responsable du traitement des données.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Environnements séparés : production, préproduction, gestion (micro-segmentation).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Surveillance : Microsoft Sentinel, Log Analytics (SIEM/SOAR).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Déploiement flexible : Azure cloud ou serveur local (pilotage / souveraineté).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Cadre juridique marocain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Loi 09-08 : licéité, finalité, proportionnalité, sécurité, droits des personnes.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CNDP : registre des traitements, déclarations (F211), coopération en cas d'enquête.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Protection des consommateurs : annonces exactes, tarification transparente, réclamations.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Commerce électronique : MABRID = plateforme intermédiaire (périmètre contractuel clair).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Protection des données &amp; GDPR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Privacy by design : minimisation, consentement granulaire, paramètres par défaut restrictifs.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Bases légales : contrat, intérêt légitime (fraude/sécurité), consentement (marketing).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Droits : accès, rectification, effacement, portabilité — outils intégrés + SLA.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Transferts transfrontaliers : garanties documentées (CCT, adéquation, consentement si requis).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Politiques de plateforme &amp; éthique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Suite publiée : CGU, confidentialité, conditions vendeurs/acheteurs, directives communautaires.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Modération : contenu interdit, recours, rapports de transparence.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Éthique : pas de dark patterns, annonces sponsorisées étiquetées, accessibilité WCAG.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Acceptation légale tracée à l'inscription (consentement documenté, langue FR pour documents).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Stratégie Zero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Ne jamais faire confiance, toujours vérifier — au-delà du périmètre réseau.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Identité d'abord : MFA obligatoire admin, RBAC (acheteur, vendeur, modérateur, admin).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Moindre privilège + vérification continue (contexte, géolocalisation, risque session).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Alignement NIST CSF, ISO 27001, CIS Controls — feuille de route certification.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Sécurisation applicative MarGem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Auth : bcrypt, JWT courts, refresh rotatif, détection réutilisation, verrouillage compte.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API : rate limiting, validation Pydantic, en-têtes sécurité, CORS strict en production.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Uploads : presign, magic bytes, allowlist — validation vidéo (premium, max 59 s).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WebSocket communautaire : JWT obligatoire, appartenance ville, modération.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Protection des données &amp; 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Classification des données, chiffrement en transit et au repos, sauvegardes testées.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Gestion des menaces : évaluation des risques, modélisation, gestion des vulnérabilités.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Réponse aux incidents intégrée SIEM/SOAR — playbook IR, notification CNDP si requis.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Pentest indépendant et clôture des écarts avant revendication maturité opérationnelle.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Feuille de route — 3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Phase 1 (0–12 mois) : villes d'ancrage, vendeurs vérifiés, modérateurs locaux, KPI liquidité.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Phase 2 (12–36 mois) : expansion ~20 villes, partenariats municipaux, revenus diversifiés.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Phase 3 (36+ mois) : Maghreb sélectif (Tunisie, diaspora) sous faisabilité juridique.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Innovations : vérification identité renforcée, intelligence économique vendeurs, API entreprise.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Risques &amp; atténuations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Sanction CNDP → DPIA, DPO, registre traitements, engagement formalités.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Érosion confiance → modération humaine + vérification, pas croissance volume sans qualité.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Transfert données cloud → CCT, carte des flux, revue juridique, hébergement local option.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Concurrence price-war → différenciation confiance, pas course au volume d'annonces.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Incident sécurité → Zero Trust, SIEM, IR playbook, communication transparente.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Devenir la place de marché numérique la plus fiable du Maroc.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Mission : découverte transparente, signaux de confiance vérifiables, gouvernance responsable.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Impact : numérisation des PME, protection des consommateurs, emploi local.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Succès = confiance par gouvernance, sécurité et intégrité juridique — pas seulement effets de réseau.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7878"/>
                </a:solidFill>
              </a:defRPr>
            </a:pPr>
            <a:r>
              <a:t>MABRID — Place de marché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000">
                <a:solidFill>
                  <a:srgbClr val="1E3A5F"/>
                </a:solidFill>
                <a:latin typeface="Calibri"/>
              </a:defRPr>
            </a:pPr>
            <a:r>
              <a:t>Demande &amp; 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Examen juridique formel + enregistrement CNDP avant lancement public à grande échelle.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Évaluation sécurité indépendante + plan clôture écarts ISO 27001.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Pilotage villes d'ancrage : cohorte vendeurs vérifiés + métriques transparence.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Partenariats : chambres de commerce, financement seed, co-marketing entreprise.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Calibri"/>
              </a:defRPr>
            </a:pPr>
            <a:r>
              <a:t>Ressources : équipe modération, budget marketing local, infrastructure cloud maîtrisée.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E6ECF5"/>
                </a:solidFill>
              </a:defRPr>
            </a:pPr>
            <a:r>
              <a:t>Questions &amp; échanges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D2E1"/>
                </a:solidFill>
              </a:defRPr>
            </a:pPr>
            <a:r>
              <a:t>[Nom de l'auteur]</a:t>
            </a:r>
          </a:p>
          <a:p>
            <a:pPr algn="ctr">
              <a:defRPr sz="1600">
                <a:solidFill>
                  <a:srgbClr val="C8D2E1"/>
                </a:solidFill>
              </a:defRPr>
            </a:pPr>
            <a:r>
              <a:t>[Email] · [LinkedIn]</a:t>
            </a:r>
          </a:p>
          <a:p>
            <a:pPr algn="ctr">
              <a:defRPr sz="1600">
                <a:solidFill>
                  <a:srgbClr val="C8D2E1"/>
                </a:solidFill>
              </a:defRPr>
            </a:pPr>
            <a:r>
              <a:t>MABRID — Maroc, août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